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F41E48-05E8-4846-8BD4-2E747CE5BF54}" v="22" dt="2026-02-16T11:04:32.796"/>
  </p1510:revLst>
</p1510:revInfo>
</file>

<file path=ppt/tableStyles.xml><?xml version="1.0" encoding="utf-8"?>
<a:tblStyleLst xmlns:a="http://schemas.openxmlformats.org/drawingml/2006/main" def="{90C05D11-81C4-4C84-A7C9-929C15F2CB27}">
  <a:tblStyle styleId="{90C05D11-81C4-4C84-A7C9-929C15F2CB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lpi Dutta" userId="73d1661b13357302" providerId="LiveId" clId="{331D4A51-B55E-4913-A237-BB985A6317B6}"/>
    <pc:docChg chg="undo custSel modSld">
      <pc:chgData name="Shilpi Dutta" userId="73d1661b13357302" providerId="LiveId" clId="{331D4A51-B55E-4913-A237-BB985A6317B6}" dt="2026-02-16T11:07:34.098" v="118" actId="1076"/>
      <pc:docMkLst>
        <pc:docMk/>
      </pc:docMkLst>
      <pc:sldChg chg="modSp mod">
        <pc:chgData name="Shilpi Dutta" userId="73d1661b13357302" providerId="LiveId" clId="{331D4A51-B55E-4913-A237-BB985A6317B6}" dt="2026-02-16T11:05:48.730" v="101" actId="20577"/>
        <pc:sldMkLst>
          <pc:docMk/>
          <pc:sldMk cId="0" sldId="256"/>
        </pc:sldMkLst>
        <pc:graphicFrameChg chg="mod modGraphic">
          <ac:chgData name="Shilpi Dutta" userId="73d1661b13357302" providerId="LiveId" clId="{331D4A51-B55E-4913-A237-BB985A6317B6}" dt="2026-02-16T11:05:48.730" v="101" actId="20577"/>
          <ac:graphicFrameMkLst>
            <pc:docMk/>
            <pc:sldMk cId="0" sldId="256"/>
            <ac:graphicFrameMk id="54" creationId="{00000000-0000-0000-0000-000000000000}"/>
          </ac:graphicFrameMkLst>
        </pc:graphicFrameChg>
      </pc:sldChg>
      <pc:sldChg chg="modSp mod">
        <pc:chgData name="Shilpi Dutta" userId="73d1661b13357302" providerId="LiveId" clId="{331D4A51-B55E-4913-A237-BB985A6317B6}" dt="2026-02-16T11:07:34.098" v="118" actId="1076"/>
        <pc:sldMkLst>
          <pc:docMk/>
          <pc:sldMk cId="0" sldId="257"/>
        </pc:sldMkLst>
        <pc:spChg chg="mod">
          <ac:chgData name="Shilpi Dutta" userId="73d1661b13357302" providerId="LiveId" clId="{331D4A51-B55E-4913-A237-BB985A6317B6}" dt="2026-02-16T11:06:45.272" v="111" actId="1076"/>
          <ac:spMkLst>
            <pc:docMk/>
            <pc:sldMk cId="0" sldId="257"/>
            <ac:spMk id="61" creationId="{00000000-0000-0000-0000-000000000000}"/>
          </ac:spMkLst>
        </pc:spChg>
        <pc:spChg chg="mod">
          <ac:chgData name="Shilpi Dutta" userId="73d1661b13357302" providerId="LiveId" clId="{331D4A51-B55E-4913-A237-BB985A6317B6}" dt="2026-02-16T11:05:59.142" v="102" actId="1076"/>
          <ac:spMkLst>
            <pc:docMk/>
            <pc:sldMk cId="0" sldId="257"/>
            <ac:spMk id="74" creationId="{00000000-0000-0000-0000-000000000000}"/>
          </ac:spMkLst>
        </pc:spChg>
        <pc:spChg chg="mod">
          <ac:chgData name="Shilpi Dutta" userId="73d1661b13357302" providerId="LiveId" clId="{331D4A51-B55E-4913-A237-BB985A6317B6}" dt="2026-02-16T11:06:12.665" v="103" actId="1076"/>
          <ac:spMkLst>
            <pc:docMk/>
            <pc:sldMk cId="0" sldId="257"/>
            <ac:spMk id="76" creationId="{00000000-0000-0000-0000-000000000000}"/>
          </ac:spMkLst>
        </pc:spChg>
        <pc:spChg chg="mod">
          <ac:chgData name="Shilpi Dutta" userId="73d1661b13357302" providerId="LiveId" clId="{331D4A51-B55E-4913-A237-BB985A6317B6}" dt="2026-02-16T11:06:23.445" v="104" actId="1076"/>
          <ac:spMkLst>
            <pc:docMk/>
            <pc:sldMk cId="0" sldId="257"/>
            <ac:spMk id="77" creationId="{00000000-0000-0000-0000-000000000000}"/>
          </ac:spMkLst>
        </pc:spChg>
        <pc:spChg chg="mod">
          <ac:chgData name="Shilpi Dutta" userId="73d1661b13357302" providerId="LiveId" clId="{331D4A51-B55E-4913-A237-BB985A6317B6}" dt="2026-02-16T11:06:38.714" v="108" actId="1076"/>
          <ac:spMkLst>
            <pc:docMk/>
            <pc:sldMk cId="0" sldId="257"/>
            <ac:spMk id="78" creationId="{00000000-0000-0000-0000-000000000000}"/>
          </ac:spMkLst>
        </pc:spChg>
        <pc:spChg chg="mod">
          <ac:chgData name="Shilpi Dutta" userId="73d1661b13357302" providerId="LiveId" clId="{331D4A51-B55E-4913-A237-BB985A6317B6}" dt="2026-02-16T11:06:56.349" v="114" actId="1076"/>
          <ac:spMkLst>
            <pc:docMk/>
            <pc:sldMk cId="0" sldId="257"/>
            <ac:spMk id="79" creationId="{00000000-0000-0000-0000-000000000000}"/>
          </ac:spMkLst>
        </pc:spChg>
        <pc:spChg chg="mod">
          <ac:chgData name="Shilpi Dutta" userId="73d1661b13357302" providerId="LiveId" clId="{331D4A51-B55E-4913-A237-BB985A6317B6}" dt="2026-02-16T11:07:34.098" v="118" actId="1076"/>
          <ac:spMkLst>
            <pc:docMk/>
            <pc:sldMk cId="0" sldId="257"/>
            <ac:spMk id="80" creationId="{00000000-0000-0000-0000-000000000000}"/>
          </ac:spMkLst>
        </pc:spChg>
        <pc:spChg chg="mod">
          <ac:chgData name="Shilpi Dutta" userId="73d1661b13357302" providerId="LiveId" clId="{331D4A51-B55E-4913-A237-BB985A6317B6}" dt="2026-02-16T11:07:12.192" v="116" actId="1076"/>
          <ac:spMkLst>
            <pc:docMk/>
            <pc:sldMk cId="0" sldId="257"/>
            <ac:spMk id="81" creationId="{00000000-0000-0000-0000-000000000000}"/>
          </ac:spMkLst>
        </pc:spChg>
        <pc:spChg chg="mod">
          <ac:chgData name="Shilpi Dutta" userId="73d1661b13357302" providerId="LiveId" clId="{331D4A51-B55E-4913-A237-BB985A6317B6}" dt="2026-02-16T11:07:21.364" v="117" actId="1076"/>
          <ac:spMkLst>
            <pc:docMk/>
            <pc:sldMk cId="0" sldId="257"/>
            <ac:spMk id="82" creationId="{00000000-0000-0000-0000-000000000000}"/>
          </ac:spMkLst>
        </pc:spChg>
        <pc:spChg chg="mod">
          <ac:chgData name="Shilpi Dutta" userId="73d1661b13357302" providerId="LiveId" clId="{331D4A51-B55E-4913-A237-BB985A6317B6}" dt="2026-02-16T11:07:08.124" v="115" actId="1076"/>
          <ac:spMkLst>
            <pc:docMk/>
            <pc:sldMk cId="0" sldId="257"/>
            <ac:spMk id="8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455395c9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455395c9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bd6139be6a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bd6139be6a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30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>
            <p:extLst>
              <p:ext uri="{D42A27DB-BD31-4B8C-83A1-F6EECF244321}">
                <p14:modId xmlns:p14="http://schemas.microsoft.com/office/powerpoint/2010/main" val="704354148"/>
              </p:ext>
            </p:extLst>
          </p:nvPr>
        </p:nvGraphicFramePr>
        <p:xfrm>
          <a:off x="157113" y="550375"/>
          <a:ext cx="8804550" cy="4483465"/>
        </p:xfrm>
        <a:graphic>
          <a:graphicData uri="http://schemas.openxmlformats.org/drawingml/2006/table">
            <a:tbl>
              <a:tblPr>
                <a:noFill/>
                <a:tableStyleId>{90C05D11-81C4-4C84-A7C9-929C15F2CB27}</a:tableStyleId>
              </a:tblPr>
              <a:tblGrid>
                <a:gridCol w="1582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2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</a:rPr>
                        <a:t>Stakeholder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</a:rPr>
                        <a:t>Role 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</a:rPr>
                        <a:t>Power (H/M/L)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</a:rPr>
                        <a:t>Interest (H/M/L)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</a:rPr>
                        <a:t>Notes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Omar Mubarak</a:t>
                      </a:r>
                      <a:endParaRPr sz="11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Owner</a:t>
                      </a:r>
                      <a:endParaRPr sz="11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L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Deanna Coleman</a:t>
                      </a:r>
                      <a:endParaRPr sz="11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Director of Operations</a:t>
                      </a:r>
                      <a:endParaRPr sz="11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Carter Ward</a:t>
                      </a:r>
                      <a:endParaRPr sz="11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Executive Chef</a:t>
                      </a:r>
                      <a:endParaRPr sz="11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L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Gilly Tyson</a:t>
                      </a:r>
                      <a:endParaRPr sz="11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Manager (North)</a:t>
                      </a:r>
                      <a:endParaRPr sz="11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M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Alex Schmidt</a:t>
                      </a:r>
                      <a:endParaRPr sz="11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Manager (Downtown)</a:t>
                      </a:r>
                      <a:endParaRPr sz="11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M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Nia Williams</a:t>
                      </a:r>
                      <a:endParaRPr sz="11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Manager (Waterfront)</a:t>
                      </a:r>
                      <a:endParaRPr sz="11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L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L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Zane Dutchman</a:t>
                      </a:r>
                      <a:endParaRPr sz="7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Kitchen Manager (North)</a:t>
                      </a:r>
                      <a:endParaRPr sz="7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M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Larissa Stein</a:t>
                      </a:r>
                      <a:endParaRPr sz="7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Kitchen Manager (Downtown)</a:t>
                      </a:r>
                      <a:endParaRPr sz="7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M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Seydou Diallo</a:t>
                      </a:r>
                      <a:endParaRPr sz="7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Restaurant Technology Consultant</a:t>
                      </a:r>
                      <a:endParaRPr sz="7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M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5" name="Google Shape;55;p13"/>
          <p:cNvSpPr txBox="1"/>
          <p:nvPr/>
        </p:nvSpPr>
        <p:spPr>
          <a:xfrm>
            <a:off x="760350" y="34341"/>
            <a:ext cx="76233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5818E"/>
                </a:solidFill>
                <a:highlight>
                  <a:srgbClr val="FFFFFF"/>
                </a:highlight>
              </a:rPr>
              <a:t>Stakeholder Analysis</a:t>
            </a:r>
            <a:endParaRPr sz="1800" b="1">
              <a:solidFill>
                <a:srgbClr val="45818E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824888" y="581998"/>
            <a:ext cx="2817600" cy="18681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lt1"/>
                </a:solidFill>
              </a:rPr>
              <a:t>Keep satisfied (high priority)</a:t>
            </a:r>
            <a:endParaRPr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FFFFFF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642483" y="581998"/>
            <a:ext cx="2817600" cy="18681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Manage closely (high effort)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824888" y="2450233"/>
            <a:ext cx="2817600" cy="1868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Monitor (minimum effort)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642483" y="2450233"/>
            <a:ext cx="2817600" cy="18681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666666"/>
                </a:solidFill>
              </a:rPr>
              <a:t>Show consideration</a:t>
            </a:r>
            <a:endParaRPr b="1">
              <a:solidFill>
                <a:srgbClr val="666666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 rot="-5400000">
            <a:off x="1267475" y="2314375"/>
            <a:ext cx="1677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Power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553788" y="478648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high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553788" y="4084038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low</a:t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67" name="Google Shape;67;p14"/>
          <p:cNvCxnSpPr/>
          <p:nvPr/>
        </p:nvCxnSpPr>
        <p:spPr>
          <a:xfrm rot="10800000">
            <a:off x="2526443" y="869463"/>
            <a:ext cx="0" cy="1476600"/>
          </a:xfrm>
          <a:prstGeom prst="straightConnector1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68;p14"/>
          <p:cNvCxnSpPr/>
          <p:nvPr/>
        </p:nvCxnSpPr>
        <p:spPr>
          <a:xfrm>
            <a:off x="2526443" y="2571306"/>
            <a:ext cx="0" cy="1542900"/>
          </a:xfrm>
          <a:prstGeom prst="straightConnector1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" name="Google Shape;69;p14"/>
          <p:cNvSpPr txBox="1"/>
          <p:nvPr/>
        </p:nvSpPr>
        <p:spPr>
          <a:xfrm>
            <a:off x="5164688" y="4250781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med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7806913" y="4254272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high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526438" y="4254272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low</a:t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72" name="Google Shape;72;p14"/>
          <p:cNvCxnSpPr>
            <a:stCxn id="69" idx="3"/>
          </p:cNvCxnSpPr>
          <p:nvPr/>
        </p:nvCxnSpPr>
        <p:spPr>
          <a:xfrm>
            <a:off x="6171788" y="4422231"/>
            <a:ext cx="1840200" cy="0"/>
          </a:xfrm>
          <a:prstGeom prst="straightConnector1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73;p14"/>
          <p:cNvCxnSpPr>
            <a:stCxn id="69" idx="1"/>
            <a:endCxn id="71" idx="3"/>
          </p:cNvCxnSpPr>
          <p:nvPr/>
        </p:nvCxnSpPr>
        <p:spPr>
          <a:xfrm flipH="1">
            <a:off x="3450788" y="4422231"/>
            <a:ext cx="1713900" cy="3600"/>
          </a:xfrm>
          <a:prstGeom prst="straightConnector1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" name="Google Shape;74;p14"/>
          <p:cNvSpPr/>
          <p:nvPr/>
        </p:nvSpPr>
        <p:spPr>
          <a:xfrm>
            <a:off x="3024260" y="968291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rgbClr val="FFFFFF"/>
                </a:solidFill>
              </a:rPr>
              <a:t>Omar</a:t>
            </a:r>
            <a:endParaRPr sz="900" b="1" dirty="0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dirty="0">
                <a:solidFill>
                  <a:srgbClr val="FFFFFF"/>
                </a:solidFill>
              </a:rPr>
              <a:t>Owner</a:t>
            </a:r>
            <a:endParaRPr sz="600" b="1" dirty="0">
              <a:solidFill>
                <a:srgbClr val="FFFFFF"/>
              </a:solidFill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164875" y="80400"/>
            <a:ext cx="1360200" cy="783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Drag each stakeholder’s box to the appropriate place on the power-interest grid</a:t>
            </a:r>
            <a:endParaRPr sz="1300"/>
          </a:p>
        </p:txBody>
      </p:sp>
      <p:sp>
        <p:nvSpPr>
          <p:cNvPr id="76" name="Google Shape;76;p14"/>
          <p:cNvSpPr/>
          <p:nvPr/>
        </p:nvSpPr>
        <p:spPr>
          <a:xfrm>
            <a:off x="5164688" y="1818742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rgbClr val="FFFFFF"/>
                </a:solidFill>
              </a:rPr>
              <a:t>Deanna</a:t>
            </a:r>
            <a:endParaRPr sz="900" b="1" dirty="0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dirty="0">
                <a:solidFill>
                  <a:srgbClr val="FFFFFF"/>
                </a:solidFill>
              </a:rPr>
              <a:t>Director of Operations</a:t>
            </a:r>
            <a:endParaRPr sz="600" b="1" dirty="0">
              <a:solidFill>
                <a:srgbClr val="FFFFFF"/>
              </a:solidFill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7330683" y="3770544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Carter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Exec. Chef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6347555" y="1787746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Gilly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GM - North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7330683" y="1373532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Alex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GM - Downtown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4020438" y="3928407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Zane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Kitchen Manager - North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5189638" y="3384283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Larissa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Kitchen Manager - Downtown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7330683" y="3331669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Seydou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Restaurant Consultant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4948738" y="4529725"/>
            <a:ext cx="1360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Interest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2215500" y="2247775"/>
            <a:ext cx="62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med</a:t>
            </a:r>
            <a:endParaRPr sz="1600">
              <a:solidFill>
                <a:srgbClr val="CCCCCC"/>
              </a:solidFill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2928141" y="3928407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rgbClr val="FFFFFF"/>
                </a:solidFill>
              </a:rPr>
              <a:t>Nia</a:t>
            </a:r>
            <a:endParaRPr sz="900" b="1" dirty="0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dirty="0">
                <a:solidFill>
                  <a:srgbClr val="FFFFFF"/>
                </a:solidFill>
              </a:rPr>
              <a:t>General Manager - Waterfront</a:t>
            </a:r>
            <a:endParaRPr sz="6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Office PowerPoint</Application>
  <PresentationFormat>On-screen Show (16:9)</PresentationFormat>
  <Paragraphs>73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Shilpi Dutta</cp:lastModifiedBy>
  <cp:revision>1</cp:revision>
  <dcterms:modified xsi:type="dcterms:W3CDTF">2026-02-16T11:07:36Z</dcterms:modified>
</cp:coreProperties>
</file>